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B3D8C"/>
                </a:solidFill>
              </a:rPr>
              <a:t>MTG2A01_L04_S01 — संख्याओं का घटाव · build v2</a:t>
            </a:r>
          </a:p>
          <a:p>
            <a:pPr algn="ctr"/>
            <a:r>
              <a:rPr sz="1800">
                <a:solidFill>
                  <a:srgbClr val="5A6678"/>
                </a:solidFill>
              </a:rPr>
              <a:t>Page-by-page review · 12 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 · 01_landing.png</a:t>
            </a:r>
          </a:p>
        </p:txBody>
      </p:sp>
      <p:pic>
        <p:nvPicPr>
          <p:cNvPr id="3" name="Picture 2" descr="01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Landing (deck p1): title 'संख्याओं का घटाव', the deck's 20 − 10 = ? (a small pill), and the sibling's castle scene: Aman (boy) and Meera (girl) zip in and finish the toy-block castle; greeting 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2 · 02_T1_story.png</a:t>
            </a:r>
          </a:p>
        </p:txBody>
      </p:sp>
      <p:pic>
        <p:nvPicPr>
          <p:cNvPr id="3" name="Picture 2" descr="02_T1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T1 (deck p2): 'कितने बचे?' — Meera (girl) with her 25 blocks; on 'उनमें से तेरह ब्लॉक्स मीरा ने अमन को दिए हैं।' 1 rod + 3 cubes fly to Aman (boy); 25, − 13, = ? appear with the VO (the sibling's story page).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3 · 03_T2_build.png</a:t>
            </a:r>
          </a:p>
        </p:txBody>
      </p:sp>
      <p:pic>
        <p:nvPicPr>
          <p:cNvPr id="3" name="Picture 2" descr="03_T2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T2 build (deck p3): only 25 + an empty table; Swiftee's hand taps दहाई + twice and इकाई + five times; the heads count along (2 दहाई / 5 इकाई).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4 · 04_T2_takeaway.png</a:t>
            </a:r>
          </a:p>
        </p:txBody>
      </p:sp>
      <p:pic>
        <p:nvPicPr>
          <p:cNvPr id="3" name="Picture 2" descr="04_T2_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T2 (deck p3, with page 3 folded in): after the take-away the left table goes and the answer table takes the middle, '= 12' beside it; then 'यहाँ हमने पच्चीस में से तेरह घटाए हैं…', the 12 lands in the ? on '12 आएगा', 'यानी मीरा के पास कुल 12 ब्लॉक्स बचे।'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5 · 06_G1_34-21.png</a:t>
            </a:r>
          </a:p>
        </p:txBody>
      </p:sp>
      <p:pic>
        <p:nvPicPr>
          <p:cNvPr id="3" name="Picture 2" descr="06_G1_34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G1 (deck p7): 34 − 21 — child builds with −/+, takes away (ladder: 1st wrong = column line, 2nd = 'इनमें से इतने हटाइए।' + only the needed blocks tappable), the left blocks move right, 13 fills the box, 'इसलिए 34 घटा 21 बराबर 13' in sync.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6 · 07_G2_47-20.png</a:t>
            </a:r>
          </a:p>
        </p:txBody>
      </p:sp>
      <p:pic>
        <p:nvPicPr>
          <p:cNvPr id="3" name="Picture 2" descr="07_G2_47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G2: options shuffle each time. Wrong 1: 'बची हुई दहाई और इकाई को दोबारा गिनिए।' (the answer table's tens, then ones light); 2: '47 में से 20 घटाने पर, 2 दहाई और 7 इकाई बचती हैं।' (47, 20 light); 3: digits 2 and 7 under the blocks, then the reveal (27 glows + the hand).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7 · 08_G3_58-30.png</a:t>
            </a:r>
          </a:p>
        </p:txBody>
      </p:sp>
      <p:pic>
        <p:nvPicPr>
          <p:cNvPr id="3" name="Picture 2" descr="08_G3_58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G3 (deck p8): 58 − 30 (deck text said 58 − 38; the mockup, VO and options say 30). Step VO: '0 इकाई मतलब कुछ नहीं घटाएँगे इकाई में से।' then the tens.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8 · 09_P1_79-34.png</a:t>
            </a:r>
          </a:p>
        </p:txBody>
      </p:sp>
      <p:pic>
        <p:nvPicPr>
          <p:cNvPr id="3" name="Picture 2" descr="09_P1_79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P1 (deck p9): 79 − 34 → number pad. Shown: the right answer after the reveal (keys 4 then 5 lit one by one, the others locked).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9 · 10_P2_86-56.png</a:t>
            </a:r>
          </a:p>
        </p:txBody>
      </p:sp>
      <p:pic>
        <p:nvPicPr>
          <p:cNvPr id="3" name="Picture 2" descr="10_P2_86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P2: practice - the tens stay locked (dimmed) until the 6 ones are taken; heads count what is left; 3rd wrong: digits 3 / 0 under the blocks + reveal.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10 · 11_P3_45-12.png</a:t>
            </a:r>
          </a:p>
        </p:txBody>
      </p:sp>
      <p:pic>
        <p:nvPicPr>
          <p:cNvPr id="3" name="Picture 2" descr="11_P3_45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P3 (no blocks): wrong 1 'संख्याओं में से पहले इकाई घटाइए, फिर दहाई घटाइए।' (ones digits, then tens digits light); 2 the 45 blocks come in and 12 are taken away, the table stays (heads count 3 / 3) + recount line; 3 digits under the blocks + reveal.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11 · 12_P4_90-40.png</a:t>
            </a:r>
          </a:p>
        </p:txBody>
      </p:sp>
      <p:pic>
        <p:nvPicPr>
          <p:cNvPr id="3" name="Picture 2" descr="12_P4_90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P4 (no blocks): the same ladder with the number pad - after the blocks, digits 5 / 0 under them and the keys 5, 0, ✓ light in turn.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12 · 13_CEL.png</a:t>
            </a:r>
          </a:p>
        </p:txBody>
      </p:sp>
      <p:pic>
        <p:nvPicPr>
          <p:cNvPr id="3" name="Picture 2" descr="13_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CEL (deck p16): MTG2A01_L03_S01's end screen; VO 'शाबाश! अब आप संख्याएँ घटाना सीख गए हैं।'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