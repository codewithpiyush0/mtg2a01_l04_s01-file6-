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B3D8C"/>
                </a:solidFill>
              </a:rPr>
              <a:t>MTG2A01_L04_S01 — संख्याओं का घटाव · build v2 (review 2 applied)</a:t>
            </a:r>
          </a:p>
          <a:p>
            <a:pPr algn="ctr"/>
            <a:r>
              <a:rPr sz="1800">
                <a:solidFill>
                  <a:srgbClr val="5A6678"/>
                </a:solidFill>
              </a:rPr>
              <a:t>Page-by-page review · 13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 · 01_landing.png</a:t>
            </a:r>
          </a:p>
        </p:txBody>
      </p:sp>
      <p:pic>
        <p:nvPicPr>
          <p:cNvPr id="3" name="Picture 2" descr="01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Landing (deck p1): title 'संख्याओं का घटाव', equation 20 − 10 = ?, greeting VO. Shell (room card, play button, Swiftie) is MTG2A01_L03_S01's.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2 · 02_T1_story.png</a:t>
            </a:r>
          </a:p>
        </p:txBody>
      </p:sp>
      <p:pic>
        <p:nvPicPr>
          <p:cNvPr id="3" name="Picture 2" descr="02_T1_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T1 (deck p2): 'कितने बचे?' — 25, then − 13, then = ? appear as the Meera/Aman VO names them. The dangling 'मीरा के पास' at the end of the deck's first line is dropped.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3 · 03_T2_build.png</a:t>
            </a:r>
          </a:p>
        </p:txBody>
      </p:sp>
      <p:pic>
        <p:nvPicPr>
          <p:cNvPr id="3" name="Picture 2" descr="03_T2_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T2 build (deck p3): only 25 + an empty table; Swiftee's hand taps दहाई + twice and इकाई + five times; the heads count along (2 दहाई / 5 इकाई).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4 · 04_T2_takeaway.png</a:t>
            </a:r>
          </a:p>
        </p:txBody>
      </p:sp>
      <p:pic>
        <p:nvPicPr>
          <p:cNvPr id="3" name="Picture 2" descr="04_T2_take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T2 take-away: 25 − 13; Swiftee takes 3 ones (grey copies stay, a copy flies to 13), 2 move to the answer table ('2 इकाई'); the CHILD takes 1 ten (3 s idle → hand), then '…यानी 12' and 12 fills the box. VO fixed: 13 = 1 दहाई और 3 इकाई (deck said 2).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5 · 05_T3_answer.png</a:t>
            </a:r>
          </a:p>
        </p:txBody>
      </p:sp>
      <p:pic>
        <p:nvPicPr>
          <p:cNvPr id="3" name="Picture 2" descr="05_T3_ans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T3: the first screen again; the 12 lands in the box on '12 आएगा', then 'यानी मीरा के पास कुल 12 ब्लॉक्स बचे।'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6 · 06_G1_34-21.png</a:t>
            </a:r>
          </a:p>
        </p:txBody>
      </p:sp>
      <p:pic>
        <p:nvPicPr>
          <p:cNvPr id="3" name="Picture 2" descr="06_G1_34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G1 (deck p7): 34 − 21 — child builds with −/+, takes away (ladder: 1st wrong = column line, 2nd = 'इनमें से इतने हटाइए।' + only the needed blocks tappable), the left blocks move right, 13 fills the box, 'इसलिए 34 घटा 21 बराबर 13' in sync.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7 · 07_G2_47-20.png</a:t>
            </a:r>
          </a:p>
        </p:txBody>
      </p:sp>
      <p:pic>
        <p:nvPicPr>
          <p:cNvPr id="3" name="Picture 2" descr="07_G2_47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G2 (deck p7b): 47 − 20, options 72 / 27 / 67. Shown: 2nd wrong pick → reveal VO, 27 glows, others locked, hand on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8 · 08_G3_58-30.png</a:t>
            </a:r>
          </a:p>
        </p:txBody>
      </p:sp>
      <p:pic>
        <p:nvPicPr>
          <p:cNvPr id="3" name="Picture 2" descr="08_G3_58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G3 (deck p8): 58 − 30 (deck text said 58 − 38; the mockup, VO and options say 30). Step VO: '0 इकाई मतलब कुछ नहीं घटाएँगे इकाई में से।' then the tens.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9 · 09_P1_79-34.png</a:t>
            </a:r>
          </a:p>
        </p:txBody>
      </p:sp>
      <p:pic>
        <p:nvPicPr>
          <p:cNvPr id="3" name="Picture 2" descr="09_P1_79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P1 (deck p9): 79 − 34 → number pad. Shown: the right answer after the reveal (keys 4 then 5 lit one by one, the others locked).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10 · 10_P2_86-56.png</a:t>
            </a:r>
          </a:p>
        </p:txBody>
      </p:sp>
      <p:pic>
        <p:nvPicPr>
          <p:cNvPr id="3" name="Picture 2" descr="10_P2_86-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P2 (deck p11): 86 − 56 given as blocks, no step VO; heads follow what is left (3 दहाई / 0 इकाई); options 30 / 40 / 13.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11 · 11_P3_45-12.png</a:t>
            </a:r>
          </a:p>
        </p:txBody>
      </p:sp>
      <p:pic>
        <p:nvPicPr>
          <p:cNvPr id="3" name="Picture 2" descr="11_P3_45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P3 (deck p13): only 45 − 12 = ? and 57 / 23 / 33; 'फिर से घटाइए।' → reveal.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12 · 12_P4_90-40.png</a:t>
            </a:r>
          </a:p>
        </p:txBody>
      </p:sp>
      <p:pic>
        <p:nvPicPr>
          <p:cNvPr id="3" name="Picture 2" descr="12_P4_90-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P4 (deck p15): 90 − 40 (deck text said 96 − 40 / 55; mockup + correct VO + keys say 90 − 40 = 50); try again → place-value hint (ones digits, then tens digits light) → reveal.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13 · 13_CEL.png</a:t>
            </a:r>
          </a:p>
        </p:txBody>
      </p:sp>
      <p:pic>
        <p:nvPicPr>
          <p:cNvPr id="3" name="Picture 2" descr="13_C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34929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CEL (deck p16): MTG2A01_L03_S01's end screen; VO 'शाबाश! अब आप संख्याएँ घटाना सीख गए हैं।'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